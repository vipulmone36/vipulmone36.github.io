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918" y="9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31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83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05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65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29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281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07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265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50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145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D3EB8-58CE-4765-9D7C-9497D9806814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0AC5F-1577-4F36-9F94-F104A2243B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97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42D700-ECF8-6229-5F4B-CDEAD432F24D}"/>
              </a:ext>
            </a:extLst>
          </p:cNvPr>
          <p:cNvSpPr txBox="1"/>
          <p:nvPr/>
        </p:nvSpPr>
        <p:spPr>
          <a:xfrm>
            <a:off x="949766" y="-4475457"/>
            <a:ext cx="963930" cy="1591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2800" dirty="0">
                <a:latin typeface="Consolas" panose="020B0609020204030204" pitchFamily="49" charset="0"/>
              </a:rPr>
              <a:t>:</a:t>
            </a:r>
            <a:endParaRPr lang="en-GB" sz="10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60ECCC-1F21-B9DC-9927-0A8BEFBE52C2}"/>
              </a:ext>
            </a:extLst>
          </p:cNvPr>
          <p:cNvSpPr txBox="1"/>
          <p:nvPr/>
        </p:nvSpPr>
        <p:spPr>
          <a:xfrm>
            <a:off x="1913696" y="-4244894"/>
            <a:ext cx="7764780" cy="1591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2800" dirty="0">
                <a:latin typeface="Consolas" panose="020B0609020204030204" pitchFamily="49" charset="0"/>
              </a:rPr>
              <a:t>v</a:t>
            </a:r>
            <a:endParaRPr lang="en-GB" sz="102800" dirty="0"/>
          </a:p>
        </p:txBody>
      </p:sp>
    </p:spTree>
    <p:extLst>
      <p:ext uri="{BB962C8B-B14F-4D97-AF65-F5344CB8AC3E}">
        <p14:creationId xmlns:p14="http://schemas.microsoft.com/office/powerpoint/2010/main" val="892278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Vipul Mone</dc:creator>
  <cp:lastModifiedBy>Vipul Mone</cp:lastModifiedBy>
  <cp:revision>1</cp:revision>
  <dcterms:created xsi:type="dcterms:W3CDTF">2025-11-16T22:22:14Z</dcterms:created>
  <dcterms:modified xsi:type="dcterms:W3CDTF">2025-11-16T22:33:15Z</dcterms:modified>
</cp:coreProperties>
</file>